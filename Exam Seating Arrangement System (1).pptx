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5" r:id="rId3"/>
    <p:sldId id="266" r:id="rId4"/>
    <p:sldId id="261" r:id="rId5"/>
    <p:sldId id="262" r:id="rId6"/>
    <p:sldId id="263"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6/2/2026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IN"/>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IN"/>
            </a:p>
          </p:txBody>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6/2/2026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txBody>
          <a:bodyPr/>
          <a:lstStyle/>
          <a:p>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6/2/2026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6/2/2026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6/2/2026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6/2/2026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6/2/2026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6/2/2026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6/2/2026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6/2/2026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953DA-CA03-AC21-FFE7-2B9F81677F73}"/>
              </a:ext>
            </a:extLst>
          </p:cNvPr>
          <p:cNvSpPr>
            <a:spLocks noGrp="1"/>
          </p:cNvSpPr>
          <p:nvPr>
            <p:ph type="ctrTitle"/>
          </p:nvPr>
        </p:nvSpPr>
        <p:spPr>
          <a:xfrm>
            <a:off x="1688986" y="1473822"/>
            <a:ext cx="8361229" cy="2098226"/>
          </a:xfrm>
        </p:spPr>
        <p:txBody>
          <a:bodyPr/>
          <a:lstStyle/>
          <a:p>
            <a:r>
              <a:rPr lang="en-IN" sz="5400" dirty="0">
                <a:latin typeface="Times New Roman" panose="02020603050405020304" pitchFamily="18" charset="0"/>
                <a:cs typeface="Times New Roman" panose="02020603050405020304" pitchFamily="18" charset="0"/>
              </a:rPr>
              <a:t>Exam Seating Arrangement System </a:t>
            </a:r>
          </a:p>
        </p:txBody>
      </p:sp>
      <p:sp>
        <p:nvSpPr>
          <p:cNvPr id="3" name="Subtitle 2">
            <a:extLst>
              <a:ext uri="{FF2B5EF4-FFF2-40B4-BE49-F238E27FC236}">
                <a16:creationId xmlns:a16="http://schemas.microsoft.com/office/drawing/2014/main" id="{0950397F-717C-B77E-1CAC-EC2D5E5CA964}"/>
              </a:ext>
            </a:extLst>
          </p:cNvPr>
          <p:cNvSpPr>
            <a:spLocks noGrp="1"/>
          </p:cNvSpPr>
          <p:nvPr>
            <p:ph type="subTitle" idx="1"/>
          </p:nvPr>
        </p:nvSpPr>
        <p:spPr>
          <a:xfrm>
            <a:off x="7315201" y="4192253"/>
            <a:ext cx="3012456" cy="1086237"/>
          </a:xfrm>
        </p:spPr>
        <p:txBody>
          <a:bodyPr>
            <a:normAutofit fontScale="62500" lnSpcReduction="20000"/>
          </a:bodyPr>
          <a:lstStyle/>
          <a:p>
            <a:pPr algn="l"/>
            <a:r>
              <a:rPr lang="en-US" dirty="0">
                <a:latin typeface="Times New Roman" panose="02020603050405020304" pitchFamily="18" charset="0"/>
                <a:cs typeface="Times New Roman" panose="02020603050405020304" pitchFamily="18" charset="0"/>
              </a:rPr>
              <a:t>   Group No     : 5</a:t>
            </a:r>
          </a:p>
          <a:p>
            <a:pPr algn="l"/>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2520030142 : Siri Chandana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2520030144 : Chinmayi</a:t>
            </a:r>
          </a:p>
          <a:p>
            <a:pPr algn="l"/>
            <a:r>
              <a:rPr lang="en-US" dirty="0">
                <a:latin typeface="Times New Roman" panose="02020603050405020304" pitchFamily="18" charset="0"/>
                <a:cs typeface="Times New Roman" panose="02020603050405020304" pitchFamily="18" charset="0"/>
              </a:rPr>
              <a:t>2520030168 : Keerthana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7992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F2188-B164-981D-E403-A8666638598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a:t>
            </a:r>
            <a:endParaRPr lang="en-IN" dirty="0"/>
          </a:p>
        </p:txBody>
      </p:sp>
      <p:sp>
        <p:nvSpPr>
          <p:cNvPr id="3" name="Content Placeholder 2">
            <a:extLst>
              <a:ext uri="{FF2B5EF4-FFF2-40B4-BE49-F238E27FC236}">
                <a16:creationId xmlns:a16="http://schemas.microsoft.com/office/drawing/2014/main" id="{02A80FCB-5887-CC51-19D2-CFA38310970A}"/>
              </a:ext>
            </a:extLst>
          </p:cNvPr>
          <p:cNvSpPr>
            <a:spLocks noGrp="1"/>
          </p:cNvSpPr>
          <p:nvPr>
            <p:ph idx="1"/>
          </p:nvPr>
        </p:nvSpPr>
        <p:spPr>
          <a:xfrm>
            <a:off x="1295400" y="1774722"/>
            <a:ext cx="9601200" cy="3581400"/>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The Exam Seating Arrangement System is a Python-based project developed to automate the process of allocating seats for students during examinations. In many educational institutions, arranging students manually is time-consuming, error-prone, and difficult to manage for large numbers of candidates. This project provides an efficient and systematic solution for generating seating arrangements automatically.</a:t>
            </a:r>
          </a:p>
          <a:p>
            <a:pPr algn="just"/>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The system stores student details such as hall ticket number, name, branch, and subject information, and allocates seats according to predefined rules. The application helps in avoiding duplicate seating, reducing malpractice opportunities, and ensuring proper classroom utilization. It can generate classroom-wise seating charts and display or print the final arrangement for examination purposes</a:t>
            </a:r>
            <a:r>
              <a:rPr lang="en-US" dirty="0"/>
              <a:t>.</a:t>
            </a:r>
          </a:p>
          <a:p>
            <a:pPr algn="just"/>
            <a:endParaRPr lang="en-US" dirty="0"/>
          </a:p>
          <a:p>
            <a:pPr marL="0" indent="0">
              <a:buNone/>
            </a:pPr>
            <a:endParaRPr lang="en-IN" dirty="0"/>
          </a:p>
          <a:p>
            <a:endParaRPr lang="en-IN" dirty="0"/>
          </a:p>
        </p:txBody>
      </p:sp>
    </p:spTree>
    <p:extLst>
      <p:ext uri="{BB962C8B-B14F-4D97-AF65-F5344CB8AC3E}">
        <p14:creationId xmlns:p14="http://schemas.microsoft.com/office/powerpoint/2010/main" val="2202721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B37BCE-E213-FAC9-D9E7-191FDE033B3F}"/>
              </a:ext>
            </a:extLst>
          </p:cNvPr>
          <p:cNvSpPr>
            <a:spLocks noGrp="1"/>
          </p:cNvSpPr>
          <p:nvPr>
            <p:ph idx="1"/>
          </p:nvPr>
        </p:nvSpPr>
        <p:spPr>
          <a:xfrm>
            <a:off x="1049594" y="2344994"/>
            <a:ext cx="9601200" cy="1361768"/>
          </a:xfrm>
        </p:spPr>
        <p:txBody>
          <a:bodyPr/>
          <a:lstStyle/>
          <a:p>
            <a:pPr marL="0" indent="0">
              <a:buNone/>
            </a:pPr>
            <a:r>
              <a:rPr lang="en-US" dirty="0">
                <a:latin typeface="Times New Roman" panose="02020603050405020304" pitchFamily="18" charset="0"/>
                <a:cs typeface="Times New Roman" panose="02020603050405020304" pitchFamily="18" charset="0"/>
              </a:rPr>
              <a:t>The project is implemented using Python with file handling/database support and a simple user interface. The system improves accuracy, saves administrative time, and simplifies exam management in schools and colleges. Future enhancements may include web integration, barcode attendance, and automated hall ticket generation.</a:t>
            </a:r>
          </a:p>
          <a:p>
            <a:endParaRPr lang="en-IN" dirty="0"/>
          </a:p>
        </p:txBody>
      </p:sp>
    </p:spTree>
    <p:extLst>
      <p:ext uri="{BB962C8B-B14F-4D97-AF65-F5344CB8AC3E}">
        <p14:creationId xmlns:p14="http://schemas.microsoft.com/office/powerpoint/2010/main" val="2220761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EAE23-B59D-63C5-29B4-73EA2AEBB0D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Plan of Action</a:t>
            </a:r>
            <a:br>
              <a:rPr lang="en-US" b="1" dirty="0"/>
            </a:br>
            <a:endParaRPr lang="en-IN" dirty="0"/>
          </a:p>
        </p:txBody>
      </p:sp>
      <p:sp>
        <p:nvSpPr>
          <p:cNvPr id="3" name="Content Placeholder 2">
            <a:extLst>
              <a:ext uri="{FF2B5EF4-FFF2-40B4-BE49-F238E27FC236}">
                <a16:creationId xmlns:a16="http://schemas.microsoft.com/office/drawing/2014/main" id="{B187C850-28C8-4D1C-E32E-E133B8015428}"/>
              </a:ext>
            </a:extLst>
          </p:cNvPr>
          <p:cNvSpPr>
            <a:spLocks noGrp="1"/>
          </p:cNvSpPr>
          <p:nvPr>
            <p:ph idx="1"/>
          </p:nvPr>
        </p:nvSpPr>
        <p:spPr>
          <a:xfrm>
            <a:off x="1219200" y="1720644"/>
            <a:ext cx="9601200" cy="5063613"/>
          </a:xfrm>
        </p:spPr>
        <p:txBody>
          <a:bodyPr>
            <a:normAutofit fontScale="92500" lnSpcReduction="20000"/>
          </a:bodyPr>
          <a:lstStyle/>
          <a:p>
            <a:pPr>
              <a:buNone/>
            </a:pPr>
            <a:r>
              <a:rPr lang="en-US" b="1" dirty="0"/>
              <a:t>1</a:t>
            </a:r>
            <a:r>
              <a:rPr lang="en-US" b="1" dirty="0">
                <a:latin typeface="Times New Roman" panose="02020603050405020304" pitchFamily="18" charset="0"/>
                <a:cs typeface="Times New Roman" panose="02020603050405020304" pitchFamily="18" charset="0"/>
              </a:rPr>
              <a:t>. Requirement Analysis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Identify the problems in manual seating arrangement.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Collect requirements such as: </a:t>
            </a:r>
          </a:p>
          <a:p>
            <a:pPr marL="742950" lvl="1" indent="-285750">
              <a:buFont typeface="Arial" panose="020B0604020202020204" pitchFamily="34" charset="0"/>
              <a:buChar char="•"/>
            </a:pPr>
            <a:r>
              <a:rPr lang="en-US" i="0" dirty="0">
                <a:latin typeface="Times New Roman" panose="02020603050405020304" pitchFamily="18" charset="0"/>
                <a:cs typeface="Times New Roman" panose="02020603050405020304" pitchFamily="18" charset="0"/>
              </a:rPr>
              <a:t>Student details </a:t>
            </a:r>
          </a:p>
          <a:p>
            <a:pPr marL="742950" lvl="1" indent="-285750">
              <a:buFont typeface="Arial" panose="020B0604020202020204" pitchFamily="34" charset="0"/>
              <a:buChar char="•"/>
            </a:pPr>
            <a:r>
              <a:rPr lang="en-US" i="0" dirty="0">
                <a:latin typeface="Times New Roman" panose="02020603050405020304" pitchFamily="18" charset="0"/>
                <a:cs typeface="Times New Roman" panose="02020603050405020304" pitchFamily="18" charset="0"/>
              </a:rPr>
              <a:t>Number of classrooms </a:t>
            </a:r>
          </a:p>
          <a:p>
            <a:pPr marL="742950" lvl="1" indent="-285750">
              <a:buFont typeface="Arial" panose="020B0604020202020204" pitchFamily="34" charset="0"/>
              <a:buChar char="•"/>
            </a:pPr>
            <a:r>
              <a:rPr lang="en-US" i="0" dirty="0">
                <a:latin typeface="Times New Roman" panose="02020603050405020304" pitchFamily="18" charset="0"/>
                <a:cs typeface="Times New Roman" panose="02020603050405020304" pitchFamily="18" charset="0"/>
              </a:rPr>
              <a:t>Seating capacity </a:t>
            </a:r>
          </a:p>
          <a:p>
            <a:pPr marL="742950" lvl="1" indent="-285750">
              <a:buFont typeface="Arial" panose="020B0604020202020204" pitchFamily="34" charset="0"/>
              <a:buChar char="•"/>
            </a:pPr>
            <a:r>
              <a:rPr lang="en-US" i="0" dirty="0">
                <a:latin typeface="Times New Roman" panose="02020603050405020304" pitchFamily="18" charset="0"/>
                <a:cs typeface="Times New Roman" panose="02020603050405020304" pitchFamily="18" charset="0"/>
              </a:rPr>
              <a:t>Examination subjects/branches </a:t>
            </a:r>
          </a:p>
          <a:p>
            <a:pPr marL="742950" lvl="1" indent="-285750">
              <a:buFont typeface="Arial" panose="020B0604020202020204" pitchFamily="34" charset="0"/>
              <a:buChar char="•"/>
            </a:pPr>
            <a:endParaRPr lang="en-US" i="0"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2. System Design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 the structure of the system.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 modules for: </a:t>
            </a:r>
          </a:p>
          <a:p>
            <a:pPr marL="742950" lvl="1" indent="-285750">
              <a:buFont typeface="Arial" panose="020B0604020202020204" pitchFamily="34" charset="0"/>
              <a:buChar char="•"/>
            </a:pPr>
            <a:r>
              <a:rPr lang="en-US" i="0" dirty="0">
                <a:latin typeface="Times New Roman" panose="02020603050405020304" pitchFamily="18" charset="0"/>
                <a:cs typeface="Times New Roman" panose="02020603050405020304" pitchFamily="18" charset="0"/>
              </a:rPr>
              <a:t>Student data entry </a:t>
            </a:r>
          </a:p>
          <a:p>
            <a:pPr marL="742950" lvl="1" indent="-285750">
              <a:buFont typeface="Arial" panose="020B0604020202020204" pitchFamily="34" charset="0"/>
              <a:buChar char="•"/>
            </a:pPr>
            <a:r>
              <a:rPr lang="en-US" i="0" dirty="0">
                <a:latin typeface="Times New Roman" panose="02020603050405020304" pitchFamily="18" charset="0"/>
                <a:cs typeface="Times New Roman" panose="02020603050405020304" pitchFamily="18" charset="0"/>
              </a:rPr>
              <a:t>Classroom management </a:t>
            </a:r>
          </a:p>
          <a:p>
            <a:pPr marL="742950" lvl="1" indent="-285750">
              <a:buFont typeface="Arial" panose="020B0604020202020204" pitchFamily="34" charset="0"/>
              <a:buChar char="•"/>
            </a:pPr>
            <a:r>
              <a:rPr lang="en-US" i="0" dirty="0">
                <a:latin typeface="Times New Roman" panose="02020603050405020304" pitchFamily="18" charset="0"/>
                <a:cs typeface="Times New Roman" panose="02020603050405020304" pitchFamily="18" charset="0"/>
              </a:rPr>
              <a:t>Seat allocation </a:t>
            </a:r>
          </a:p>
          <a:p>
            <a:pPr marL="742950" lvl="1" indent="-285750">
              <a:buFont typeface="Arial" panose="020B0604020202020204" pitchFamily="34" charset="0"/>
              <a:buChar char="•"/>
            </a:pPr>
            <a:r>
              <a:rPr lang="en-US" i="0" dirty="0">
                <a:latin typeface="Times New Roman" panose="02020603050405020304" pitchFamily="18" charset="0"/>
                <a:cs typeface="Times New Roman" panose="02020603050405020304" pitchFamily="18" charset="0"/>
              </a:rPr>
              <a:t>Report generation</a:t>
            </a:r>
            <a:endParaRPr lang="en-IN" b="1" i="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3445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A8F9C7-9ACD-5880-D6FD-6D3972AD33C4}"/>
              </a:ext>
            </a:extLst>
          </p:cNvPr>
          <p:cNvSpPr>
            <a:spLocks noGrp="1"/>
          </p:cNvSpPr>
          <p:nvPr>
            <p:ph idx="1"/>
          </p:nvPr>
        </p:nvSpPr>
        <p:spPr>
          <a:xfrm>
            <a:off x="872613" y="280219"/>
            <a:ext cx="9601200" cy="6228735"/>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3</a:t>
            </a:r>
            <a:r>
              <a:rPr lang="en-US" sz="1900" b="1" dirty="0">
                <a:latin typeface="Times New Roman" panose="02020603050405020304" pitchFamily="18" charset="0"/>
                <a:cs typeface="Times New Roman" panose="02020603050405020304" pitchFamily="18" charset="0"/>
              </a:rPr>
              <a:t>. Database/File Preparation</a:t>
            </a:r>
          </a:p>
          <a:p>
            <a:pPr marL="0" indent="0">
              <a:buNone/>
            </a:pPr>
            <a:r>
              <a:rPr lang="en-US" sz="1900" dirty="0">
                <a:latin typeface="Times New Roman" panose="02020603050405020304" pitchFamily="18" charset="0"/>
                <a:cs typeface="Times New Roman" panose="02020603050405020304" pitchFamily="18" charset="0"/>
              </a:rPr>
              <a:t>Store student information using: </a:t>
            </a:r>
          </a:p>
          <a:p>
            <a:pPr lvl="1"/>
            <a:r>
              <a:rPr lang="en-US" sz="1900" i="0" dirty="0">
                <a:latin typeface="Times New Roman" panose="02020603050405020304" pitchFamily="18" charset="0"/>
                <a:cs typeface="Times New Roman" panose="02020603050405020304" pitchFamily="18" charset="0"/>
              </a:rPr>
              <a:t>CSV files / Text files / SQLite database </a:t>
            </a:r>
          </a:p>
          <a:p>
            <a:pPr marL="0" indent="0">
              <a:buNone/>
            </a:pPr>
            <a:r>
              <a:rPr lang="en-US" sz="1900" dirty="0">
                <a:latin typeface="Times New Roman" panose="02020603050405020304" pitchFamily="18" charset="0"/>
                <a:cs typeface="Times New Roman" panose="02020603050405020304" pitchFamily="18" charset="0"/>
              </a:rPr>
              <a:t>Maintain classroom and seating details. </a:t>
            </a:r>
          </a:p>
          <a:p>
            <a:pPr marL="0" indent="0">
              <a:buNone/>
            </a:pPr>
            <a:r>
              <a:rPr lang="en-US" sz="1900" b="1" dirty="0">
                <a:latin typeface="Times New Roman" panose="02020603050405020304" pitchFamily="18" charset="0"/>
                <a:cs typeface="Times New Roman" panose="02020603050405020304" pitchFamily="18" charset="0"/>
              </a:rPr>
              <a:t>4. Development Phase</a:t>
            </a:r>
          </a:p>
          <a:p>
            <a:pPr marL="0" indent="0">
              <a:buNone/>
            </a:pPr>
            <a:r>
              <a:rPr lang="en-US" sz="1900" dirty="0">
                <a:latin typeface="Times New Roman" panose="02020603050405020304" pitchFamily="18" charset="0"/>
                <a:cs typeface="Times New Roman" panose="02020603050405020304" pitchFamily="18" charset="0"/>
              </a:rPr>
              <a:t>Implement the project using Python:</a:t>
            </a:r>
          </a:p>
          <a:p>
            <a:pPr marL="0" indent="0">
              <a:buNone/>
            </a:pPr>
            <a:r>
              <a:rPr lang="en-US" sz="1900" dirty="0">
                <a:latin typeface="Times New Roman" panose="02020603050405020304" pitchFamily="18" charset="0"/>
                <a:cs typeface="Times New Roman" panose="02020603050405020304" pitchFamily="18" charset="0"/>
              </a:rPr>
              <a:t>Create functions for adding and managing student records. </a:t>
            </a:r>
          </a:p>
          <a:p>
            <a:pPr marL="0" indent="0">
              <a:buNone/>
            </a:pPr>
            <a:r>
              <a:rPr lang="en-US" sz="1900" dirty="0">
                <a:latin typeface="Times New Roman" panose="02020603050405020304" pitchFamily="18" charset="0"/>
                <a:cs typeface="Times New Roman" panose="02020603050405020304" pitchFamily="18" charset="0"/>
              </a:rPr>
              <a:t>Develop seating allocation logic. </a:t>
            </a:r>
          </a:p>
          <a:p>
            <a:pPr marL="0" indent="0">
              <a:buNone/>
            </a:pPr>
            <a:r>
              <a:rPr lang="en-US" sz="1900" dirty="0">
                <a:latin typeface="Times New Roman" panose="02020603050405020304" pitchFamily="18" charset="0"/>
                <a:cs typeface="Times New Roman" panose="02020603050405020304" pitchFamily="18" charset="0"/>
              </a:rPr>
              <a:t>Assign seats automatically based on room capacity and rules. </a:t>
            </a:r>
          </a:p>
          <a:p>
            <a:pPr marL="0" indent="0">
              <a:buNone/>
            </a:pPr>
            <a:r>
              <a:rPr lang="en-US" sz="1900" dirty="0">
                <a:latin typeface="Times New Roman" panose="02020603050405020304" pitchFamily="18" charset="0"/>
                <a:cs typeface="Times New Roman" panose="02020603050405020304" pitchFamily="18" charset="0"/>
              </a:rPr>
              <a:t>Generate seating charts.</a:t>
            </a:r>
          </a:p>
          <a:p>
            <a:pPr marL="0" indent="0">
              <a:buNone/>
            </a:pPr>
            <a:r>
              <a:rPr lang="en-US" sz="1900" b="1" dirty="0">
                <a:latin typeface="Times New Roman" panose="02020603050405020304" pitchFamily="18" charset="0"/>
                <a:cs typeface="Times New Roman" panose="02020603050405020304" pitchFamily="18" charset="0"/>
              </a:rPr>
              <a:t>5. User Interface Creation</a:t>
            </a:r>
          </a:p>
          <a:p>
            <a:pPr marL="0" indent="0">
              <a:buNone/>
            </a:pPr>
            <a:r>
              <a:rPr lang="en-US" sz="1900" dirty="0">
                <a:latin typeface="Times New Roman" panose="02020603050405020304" pitchFamily="18" charset="0"/>
                <a:cs typeface="Times New Roman" panose="02020603050405020304" pitchFamily="18" charset="0"/>
              </a:rPr>
              <a:t>Build a simple interface using: </a:t>
            </a:r>
          </a:p>
          <a:p>
            <a:pPr lvl="1"/>
            <a:r>
              <a:rPr lang="en-US" sz="1900" i="0" dirty="0">
                <a:latin typeface="Times New Roman" panose="02020603050405020304" pitchFamily="18" charset="0"/>
                <a:cs typeface="Times New Roman" panose="02020603050405020304" pitchFamily="18" charset="0"/>
              </a:rPr>
              <a:t>Console-based Python program or </a:t>
            </a:r>
          </a:p>
          <a:p>
            <a:pPr lvl="1"/>
            <a:r>
              <a:rPr lang="en-US" sz="1900" i="0" dirty="0">
                <a:latin typeface="Times New Roman" panose="02020603050405020304" pitchFamily="18" charset="0"/>
                <a:cs typeface="Times New Roman" panose="02020603050405020304" pitchFamily="18" charset="0"/>
              </a:rPr>
              <a:t>Tkinter GUI</a:t>
            </a:r>
          </a:p>
          <a:p>
            <a:endParaRPr lang="en-US" dirty="0"/>
          </a:p>
          <a:p>
            <a:endParaRPr lang="en-IN" dirty="0"/>
          </a:p>
        </p:txBody>
      </p:sp>
    </p:spTree>
    <p:extLst>
      <p:ext uri="{BB962C8B-B14F-4D97-AF65-F5344CB8AC3E}">
        <p14:creationId xmlns:p14="http://schemas.microsoft.com/office/powerpoint/2010/main" val="2272561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61BF02-2886-387B-DB52-F5D877383245}"/>
              </a:ext>
            </a:extLst>
          </p:cNvPr>
          <p:cNvSpPr>
            <a:spLocks noGrp="1"/>
          </p:cNvSpPr>
          <p:nvPr>
            <p:ph idx="1"/>
          </p:nvPr>
        </p:nvSpPr>
        <p:spPr>
          <a:xfrm>
            <a:off x="899652" y="585019"/>
            <a:ext cx="9601200" cy="5855109"/>
          </a:xfrm>
        </p:spPr>
        <p:txBody>
          <a:bodyPr>
            <a:normAutofit fontScale="25000" lnSpcReduction="20000"/>
          </a:bodyPr>
          <a:lstStyle/>
          <a:p>
            <a:pPr marL="0" indent="0">
              <a:buNone/>
            </a:pPr>
            <a:r>
              <a:rPr lang="en-IN" sz="7600" b="1" dirty="0">
                <a:latin typeface="Times New Roman" panose="02020603050405020304" pitchFamily="18" charset="0"/>
                <a:cs typeface="Times New Roman" panose="02020603050405020304" pitchFamily="18" charset="0"/>
              </a:rPr>
              <a:t>6. Testing</a:t>
            </a:r>
          </a:p>
          <a:p>
            <a:pPr marL="0" indent="0">
              <a:buNone/>
            </a:pPr>
            <a:r>
              <a:rPr lang="en-IN" sz="7600" dirty="0">
                <a:latin typeface="Times New Roman" panose="02020603050405020304" pitchFamily="18" charset="0"/>
                <a:cs typeface="Times New Roman" panose="02020603050405020304" pitchFamily="18" charset="0"/>
              </a:rPr>
              <a:t>Test the system with different numbers of students and rooms. </a:t>
            </a:r>
          </a:p>
          <a:p>
            <a:pPr marL="0" indent="0">
              <a:buNone/>
            </a:pPr>
            <a:r>
              <a:rPr lang="en-IN" sz="7600" dirty="0">
                <a:latin typeface="Times New Roman" panose="02020603050405020304" pitchFamily="18" charset="0"/>
                <a:cs typeface="Times New Roman" panose="02020603050405020304" pitchFamily="18" charset="0"/>
              </a:rPr>
              <a:t>Verify: </a:t>
            </a:r>
          </a:p>
          <a:p>
            <a:pPr lvl="1"/>
            <a:r>
              <a:rPr lang="en-IN" sz="7600" i="0" dirty="0">
                <a:latin typeface="Times New Roman" panose="02020603050405020304" pitchFamily="18" charset="0"/>
                <a:cs typeface="Times New Roman" panose="02020603050405020304" pitchFamily="18" charset="0"/>
              </a:rPr>
              <a:t>No duplicate seat allocation </a:t>
            </a:r>
          </a:p>
          <a:p>
            <a:pPr lvl="1"/>
            <a:r>
              <a:rPr lang="en-IN" sz="7600" i="0" dirty="0">
                <a:latin typeface="Times New Roman" panose="02020603050405020304" pitchFamily="18" charset="0"/>
                <a:cs typeface="Times New Roman" panose="02020603050405020304" pitchFamily="18" charset="0"/>
              </a:rPr>
              <a:t>Proper room distribution </a:t>
            </a:r>
          </a:p>
          <a:p>
            <a:pPr lvl="1"/>
            <a:r>
              <a:rPr lang="en-IN" sz="7600" i="0" dirty="0">
                <a:latin typeface="Times New Roman" panose="02020603050405020304" pitchFamily="18" charset="0"/>
                <a:cs typeface="Times New Roman" panose="02020603050405020304" pitchFamily="18" charset="0"/>
              </a:rPr>
              <a:t>Correct output generation </a:t>
            </a:r>
          </a:p>
          <a:p>
            <a:pPr marL="0" indent="0">
              <a:buNone/>
            </a:pPr>
            <a:r>
              <a:rPr lang="en-IN" sz="7600" b="1" dirty="0">
                <a:latin typeface="Times New Roman" panose="02020603050405020304" pitchFamily="18" charset="0"/>
                <a:cs typeface="Times New Roman" panose="02020603050405020304" pitchFamily="18" charset="0"/>
              </a:rPr>
              <a:t>7. Result Generation</a:t>
            </a:r>
          </a:p>
          <a:p>
            <a:pPr marL="0" indent="0">
              <a:buNone/>
            </a:pPr>
            <a:r>
              <a:rPr lang="en-IN" sz="7600" dirty="0">
                <a:latin typeface="Times New Roman" panose="02020603050405020304" pitchFamily="18" charset="0"/>
                <a:cs typeface="Times New Roman" panose="02020603050405020304" pitchFamily="18" charset="0"/>
              </a:rPr>
              <a:t>Display classroom-wise seating arrangement. </a:t>
            </a:r>
          </a:p>
          <a:p>
            <a:pPr marL="0" indent="0">
              <a:buNone/>
            </a:pPr>
            <a:r>
              <a:rPr lang="en-IN" sz="7600" dirty="0">
                <a:latin typeface="Times New Roman" panose="02020603050405020304" pitchFamily="18" charset="0"/>
                <a:cs typeface="Times New Roman" panose="02020603050405020304" pitchFamily="18" charset="0"/>
              </a:rPr>
              <a:t>Generate printable reports for exam halls. </a:t>
            </a:r>
          </a:p>
          <a:p>
            <a:pPr marL="0" indent="0">
              <a:buNone/>
            </a:pPr>
            <a:r>
              <a:rPr lang="en-IN" sz="7600" b="1" dirty="0">
                <a:latin typeface="Times New Roman" panose="02020603050405020304" pitchFamily="18" charset="0"/>
                <a:cs typeface="Times New Roman" panose="02020603050405020304" pitchFamily="18" charset="0"/>
              </a:rPr>
              <a:t>8. Documentation</a:t>
            </a:r>
          </a:p>
          <a:p>
            <a:pPr marL="0" indent="0">
              <a:buNone/>
            </a:pPr>
            <a:r>
              <a:rPr lang="en-IN" sz="7600" dirty="0">
                <a:latin typeface="Times New Roman" panose="02020603050405020304" pitchFamily="18" charset="0"/>
                <a:cs typeface="Times New Roman" panose="02020603050405020304" pitchFamily="18" charset="0"/>
              </a:rPr>
              <a:t>Prepare project documentation including: </a:t>
            </a:r>
          </a:p>
          <a:p>
            <a:pPr lvl="1"/>
            <a:r>
              <a:rPr lang="en-IN" sz="7600" i="0" dirty="0">
                <a:latin typeface="Times New Roman" panose="02020603050405020304" pitchFamily="18" charset="0"/>
                <a:cs typeface="Times New Roman" panose="02020603050405020304" pitchFamily="18" charset="0"/>
              </a:rPr>
              <a:t>Abstract </a:t>
            </a:r>
          </a:p>
          <a:p>
            <a:pPr lvl="1"/>
            <a:r>
              <a:rPr lang="en-IN" sz="7600" i="0" dirty="0">
                <a:latin typeface="Times New Roman" panose="02020603050405020304" pitchFamily="18" charset="0"/>
                <a:cs typeface="Times New Roman" panose="02020603050405020304" pitchFamily="18" charset="0"/>
              </a:rPr>
              <a:t>Objectives </a:t>
            </a:r>
          </a:p>
          <a:p>
            <a:pPr lvl="1"/>
            <a:r>
              <a:rPr lang="en-IN" sz="7600" i="0" dirty="0">
                <a:latin typeface="Times New Roman" panose="02020603050405020304" pitchFamily="18" charset="0"/>
                <a:cs typeface="Times New Roman" panose="02020603050405020304" pitchFamily="18" charset="0"/>
              </a:rPr>
              <a:t>Modules </a:t>
            </a:r>
          </a:p>
          <a:p>
            <a:pPr lvl="1"/>
            <a:r>
              <a:rPr lang="en-IN" sz="7600" i="0" dirty="0">
                <a:latin typeface="Times New Roman" panose="02020603050405020304" pitchFamily="18" charset="0"/>
                <a:cs typeface="Times New Roman" panose="02020603050405020304" pitchFamily="18" charset="0"/>
              </a:rPr>
              <a:t>Algorithms </a:t>
            </a:r>
          </a:p>
          <a:p>
            <a:pPr lvl="1"/>
            <a:r>
              <a:rPr lang="en-IN" sz="7600" i="0" dirty="0">
                <a:latin typeface="Times New Roman" panose="02020603050405020304" pitchFamily="18" charset="0"/>
                <a:cs typeface="Times New Roman" panose="02020603050405020304" pitchFamily="18" charset="0"/>
              </a:rPr>
              <a:t>Output screenshots </a:t>
            </a:r>
          </a:p>
          <a:p>
            <a:pPr lvl="1"/>
            <a:r>
              <a:rPr lang="en-IN" sz="7600" i="0" dirty="0">
                <a:latin typeface="Times New Roman" panose="02020603050405020304" pitchFamily="18" charset="0"/>
                <a:cs typeface="Times New Roman" panose="02020603050405020304" pitchFamily="18" charset="0"/>
              </a:rPr>
              <a:t>Conclusion </a:t>
            </a:r>
          </a:p>
          <a:p>
            <a:endParaRPr lang="en-IN" dirty="0"/>
          </a:p>
        </p:txBody>
      </p:sp>
    </p:spTree>
    <p:extLst>
      <p:ext uri="{BB962C8B-B14F-4D97-AF65-F5344CB8AC3E}">
        <p14:creationId xmlns:p14="http://schemas.microsoft.com/office/powerpoint/2010/main" val="3318341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0163F6-77AC-A61B-8F3F-E544D1C2395A}"/>
              </a:ext>
            </a:extLst>
          </p:cNvPr>
          <p:cNvSpPr>
            <a:spLocks noGrp="1"/>
          </p:cNvSpPr>
          <p:nvPr>
            <p:ph idx="1"/>
          </p:nvPr>
        </p:nvSpPr>
        <p:spPr>
          <a:xfrm>
            <a:off x="870155" y="526026"/>
            <a:ext cx="9601200" cy="3581400"/>
          </a:xfrm>
        </p:spPr>
        <p:txBody>
          <a:bodyPr/>
          <a:lstStyle/>
          <a:p>
            <a:pPr marL="0" indent="0">
              <a:buNone/>
            </a:pPr>
            <a:r>
              <a:rPr lang="en-IN" sz="1900" b="1" dirty="0">
                <a:latin typeface="Times New Roman" panose="02020603050405020304" pitchFamily="18" charset="0"/>
                <a:cs typeface="Times New Roman" panose="02020603050405020304" pitchFamily="18" charset="0"/>
              </a:rPr>
              <a:t>9. Future Enhancements</a:t>
            </a:r>
          </a:p>
          <a:p>
            <a:pPr marL="0" indent="0">
              <a:buNone/>
            </a:pPr>
            <a:r>
              <a:rPr lang="en-IN" sz="1900" dirty="0">
                <a:latin typeface="Times New Roman" panose="02020603050405020304" pitchFamily="18" charset="0"/>
                <a:cs typeface="Times New Roman" panose="02020603050405020304" pitchFamily="18" charset="0"/>
              </a:rPr>
              <a:t>Online web-based system </a:t>
            </a:r>
          </a:p>
          <a:p>
            <a:pPr marL="0" indent="0">
              <a:buNone/>
            </a:pPr>
            <a:r>
              <a:rPr lang="en-IN" sz="1900" dirty="0">
                <a:latin typeface="Times New Roman" panose="02020603050405020304" pitchFamily="18" charset="0"/>
                <a:cs typeface="Times New Roman" panose="02020603050405020304" pitchFamily="18" charset="0"/>
              </a:rPr>
              <a:t>Automatic hall ticket generation </a:t>
            </a:r>
          </a:p>
          <a:p>
            <a:pPr marL="0" indent="0">
              <a:buNone/>
            </a:pPr>
            <a:r>
              <a:rPr lang="en-IN" sz="1900" dirty="0">
                <a:latin typeface="Times New Roman" panose="02020603050405020304" pitchFamily="18" charset="0"/>
                <a:cs typeface="Times New Roman" panose="02020603050405020304" pitchFamily="18" charset="0"/>
              </a:rPr>
              <a:t>QR/Barcode attendance system </a:t>
            </a:r>
          </a:p>
          <a:p>
            <a:pPr marL="0" indent="0">
              <a:buNone/>
            </a:pPr>
            <a:r>
              <a:rPr lang="en-IN" sz="1900" dirty="0">
                <a:latin typeface="Times New Roman" panose="02020603050405020304" pitchFamily="18" charset="0"/>
                <a:cs typeface="Times New Roman" panose="02020603050405020304" pitchFamily="18" charset="0"/>
              </a:rPr>
              <a:t>Email/SMS notifications for student</a:t>
            </a:r>
          </a:p>
          <a:p>
            <a:endParaRPr lang="en-IN" dirty="0"/>
          </a:p>
        </p:txBody>
      </p:sp>
    </p:spTree>
    <p:extLst>
      <p:ext uri="{BB962C8B-B14F-4D97-AF65-F5344CB8AC3E}">
        <p14:creationId xmlns:p14="http://schemas.microsoft.com/office/powerpoint/2010/main" val="3595329312"/>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{DA8A7E2B-18B2-4F7C-BD04-99C0BCE308D2}TFc3084226-2d0c-440f-9f46-6b48c7a7f670e6ba4a85-fc4a2881d6b3</Template>
  <TotalTime>30</TotalTime>
  <Words>410</Words>
  <Application>Microsoft Office PowerPoint</Application>
  <PresentationFormat>Widescreen</PresentationFormat>
  <Paragraphs>62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Franklin Gothic Book</vt:lpstr>
      <vt:lpstr>Times New Roman</vt:lpstr>
      <vt:lpstr>Crop</vt:lpstr>
      <vt:lpstr>Exam Seating Arrangement System </vt:lpstr>
      <vt:lpstr>Abstract</vt:lpstr>
      <vt:lpstr>PowerPoint Presentation</vt:lpstr>
      <vt:lpstr>Plan of Action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nemali siri chandana reddy</dc:creator>
  <cp:lastModifiedBy>nemali siri chandana reddy</cp:lastModifiedBy>
  <cp:revision>3</cp:revision>
  <dcterms:created xsi:type="dcterms:W3CDTF">2026-05-19T07:30:41Z</dcterms:created>
  <dcterms:modified xsi:type="dcterms:W3CDTF">2026-06-02T07:24:47Z</dcterms:modified>
</cp:coreProperties>
</file>